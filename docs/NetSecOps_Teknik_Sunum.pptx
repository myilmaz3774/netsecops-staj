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2b4d40fd58495f" /><Relationship Type="http://schemas.openxmlformats.org/officeDocument/2006/relationships/extended-properties" Target="/docProps/app.xml" Id="R499a2da29f55418c" /><Relationship Type="http://schemas.openxmlformats.org/officeDocument/2006/relationships/officeDocument" Target="/ppt/presentation.xml" Id="R96991eec2953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8ae8f1653a4745"/>
  </p:sldMasterIdLst>
  <p:notesMasterIdLst>
    <p:notesMasterId xmlns:r="http://schemas.openxmlformats.org/officeDocument/2006/relationships" r:id="R2596a6be9678484a"/>
  </p:notesMasterIdLst>
  <p:sldIdLst>
    <p:sldId xmlns:r="http://schemas.openxmlformats.org/officeDocument/2006/relationships" id="256" r:id="Rea87ccdd62c748ee"/>
    <p:sldId xmlns:r="http://schemas.openxmlformats.org/officeDocument/2006/relationships" id="257" r:id="R75f0beb6b0d74a01"/>
    <p:sldId xmlns:r="http://schemas.openxmlformats.org/officeDocument/2006/relationships" id="258" r:id="R1f49e158496345f0"/>
    <p:sldId xmlns:r="http://schemas.openxmlformats.org/officeDocument/2006/relationships" id="259" r:id="Rd62f1ef99da94d3e"/>
    <p:sldId xmlns:r="http://schemas.openxmlformats.org/officeDocument/2006/relationships" id="260" r:id="R2792a1a73d704710"/>
    <p:sldId xmlns:r="http://schemas.openxmlformats.org/officeDocument/2006/relationships" id="261" r:id="R678a356059064523"/>
    <p:sldId xmlns:r="http://schemas.openxmlformats.org/officeDocument/2006/relationships" id="262" r:id="R2d935483f4a14e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c08c182c6c46c3" /><Relationship Type="http://schemas.openxmlformats.org/officeDocument/2006/relationships/slideMaster" Target="/ppt/slideMasters/slideMaster1.xml" Id="R228ae8f1653a4745" /><Relationship Type="http://schemas.openxmlformats.org/officeDocument/2006/relationships/notesMaster" Target="/ppt/notesMasters/notesMaster1.xml" Id="R2596a6be9678484a" /><Relationship Type="http://schemas.openxmlformats.org/officeDocument/2006/relationships/presProps" Target="/ppt/presProps.xml" Id="Redf9b7ef48af4b5f" /><Relationship Type="http://schemas.openxmlformats.org/officeDocument/2006/relationships/tableStyles" Target="/ppt/tableStyles.xml" Id="R17249ec5061c4bc7" /><Relationship Type="http://schemas.openxmlformats.org/officeDocument/2006/relationships/slide" Target="/ppt/slides/slide1.xml" Id="Rea87ccdd62c748ee" /><Relationship Type="http://schemas.openxmlformats.org/officeDocument/2006/relationships/slide" Target="/ppt/slides/slide2.xml" Id="R75f0beb6b0d74a01" /><Relationship Type="http://schemas.openxmlformats.org/officeDocument/2006/relationships/slide" Target="/ppt/slides/slide3.xml" Id="R1f49e158496345f0" /><Relationship Type="http://schemas.openxmlformats.org/officeDocument/2006/relationships/slide" Target="/ppt/slides/slide4.xml" Id="Rd62f1ef99da94d3e" /><Relationship Type="http://schemas.openxmlformats.org/officeDocument/2006/relationships/slide" Target="/ppt/slides/slide5.xml" Id="R2792a1a73d704710" /><Relationship Type="http://schemas.openxmlformats.org/officeDocument/2006/relationships/slide" Target="/ppt/slides/slide6.xml" Id="R678a356059064523" /><Relationship Type="http://schemas.openxmlformats.org/officeDocument/2006/relationships/slide" Target="/ppt/slides/slide7.xml" Id="R2d935483f4a14e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bebbb9ed91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8ff3cfcda341e4" /><Relationship Type="http://schemas.openxmlformats.org/officeDocument/2006/relationships/notesMaster" Target="/ppt/notesMasters/notesMaster1.xml" Id="R8927fc3d48c742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7a2ff825e44bb5" /><Relationship Type="http://schemas.openxmlformats.org/officeDocument/2006/relationships/notesMaster" Target="/ppt/notesMasters/notesMaster1.xml" Id="R9c5f4f7d871b4e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86366a2f0f4ec8" /><Relationship Type="http://schemas.openxmlformats.org/officeDocument/2006/relationships/notesMaster" Target="/ppt/notesMasters/notesMaster1.xml" Id="Ra5435bcc5ced49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ac229d89aa4b11" /><Relationship Type="http://schemas.openxmlformats.org/officeDocument/2006/relationships/notesMaster" Target="/ppt/notesMasters/notesMaster1.xml" Id="R09a3cd3907594c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c627c28bc14cc1" /><Relationship Type="http://schemas.openxmlformats.org/officeDocument/2006/relationships/notesMaster" Target="/ppt/notesMasters/notesMaster1.xml" Id="R818c8382bad3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81e9f3a92d486e" /><Relationship Type="http://schemas.openxmlformats.org/officeDocument/2006/relationships/notesMaster" Target="/ppt/notesMasters/notesMaster1.xml" Id="Rd101a0598e4349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5bb0f1bbaf441b" /><Relationship Type="http://schemas.openxmlformats.org/officeDocument/2006/relationships/notesMaster" Target="/ppt/notesMasters/notesMaster1.xml" Id="R1fd820b2de0f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evidence: README.md, docs/ARCHITECTURE.md, config/settings.json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evidence: docs/ARCHITECTURE.md, config/simulated_network.json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evidence: docs/ARCHITECTURE.md, main.py, modules/workflow.py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evidence: README.md, modules/discovery.py, modules/port_scan.py, modules/config_backup.py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evidence: data/reports generated by main.py --run all, docs/TEST_SCENARIOS.md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evidence: tests/, .github/workflows/tests.yml, GitHub Actions run for commit 61fd3b7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evidence: docs/STAGE_STATUS.md, README.md,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af9e2438d44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40ed0e2ffe439c" /><Relationship Type="http://schemas.openxmlformats.org/officeDocument/2006/relationships/slideLayout" Target="/ppt/slideLayouts/slideLayout1.xml" Id="R24f25f635a5e41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f25f635a5e41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092b170364659" /><Relationship Type="http://schemas.openxmlformats.org/officeDocument/2006/relationships/notesSlide" Target="/ppt/notesSlides/notesSlide1.xml" Id="R7dda7fbcc62546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7855f7f1347ac" /><Relationship Type="http://schemas.openxmlformats.org/officeDocument/2006/relationships/notesSlide" Target="/ppt/notesSlides/notesSlide2.xml" Id="R87bc00f1cd3045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686c0790a489a" /><Relationship Type="http://schemas.openxmlformats.org/officeDocument/2006/relationships/notesSlide" Target="/ppt/notesSlides/notesSlide3.xml" Id="R4a9406eecd7641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261e5b1514083" /><Relationship Type="http://schemas.openxmlformats.org/officeDocument/2006/relationships/notesSlide" Target="/ppt/notesSlides/notesSlide4.xml" Id="R49efd1b56f564c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720ea8a8642a3" /><Relationship Type="http://schemas.openxmlformats.org/officeDocument/2006/relationships/notesSlide" Target="/ppt/notesSlides/notesSlide5.xml" Id="R15d9f329b8404c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497b8c91a401f" /><Relationship Type="http://schemas.openxmlformats.org/officeDocument/2006/relationships/notesSlide" Target="/ppt/notesSlides/notesSlide6.xml" Id="R376dfd9ea78b45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78cf510a442c1" /><Relationship Type="http://schemas.openxmlformats.org/officeDocument/2006/relationships/notesSlide" Target="/ppt/notesSlides/notesSlide7.xml" Id="Rd2b2d2dd9ced4f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F9959-419A-407B-9AF6-DE1542AF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CBF4"/>
                </a:solidFill>
              </a:defRPr>
            </a:pPr>
            <a:r>
              <a:rPr sz="1800" b="1">
                <a:solidFill>
                  <a:srgbClr val="6DCBF4"/>
                </a:solidFill>
              </a:rPr>
              <a:t>NetSecOps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74DA7-0708-4F0F-9716-F46742B4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Ağ Varlık Keşfi,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Zafiyet Denetimi ve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Konfigürasyon Takibi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F2859-C798-4207-B960-9E5EFAD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D2FE"/>
                </a:solidFill>
              </a:defRPr>
            </a:pPr>
            <a:r>
              <a:rPr sz="1800" b="0">
                <a:solidFill>
                  <a:srgbClr val="C7D2FE"/>
                </a:solidFill>
              </a:rPr>
              <a:t>Simüle edilmiş laboratuvar prototipi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73FCA-4249-4BDB-A013-5DC4920B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Staj teknik sunumu | Python tabanlı otomasyon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2D869-3730-4D59-AF6F-65ED45FA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233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F8D88-7764-49B5-BC5F-DD2CD799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DCBF4"/>
                </a:solidFill>
              </a:defRPr>
            </a:pPr>
            <a:r>
              <a:rPr sz="1875" b="1">
                <a:solidFill>
                  <a:srgbClr val="6DCBF4"/>
                </a:solidFill>
              </a:rPr>
              <a:t>DISCOVER</a:t>
            </a:r>
          </a:p>
          <a:p xmlns:a="http://schemas.openxmlformats.org/drawingml/2006/main">
            <a:pPr algn="ctr">
              <a:defRPr sz="1875" b="1">
                <a:solidFill>
                  <a:srgbClr val="6DCBF4"/>
                </a:solidFill>
              </a:defRPr>
            </a:pPr>
            <a:r>
              <a:rPr sz="1875" b="1">
                <a:solidFill>
                  <a:srgbClr val="6DCBF4"/>
                </a:solidFill>
              </a:rPr>
              <a:t>→ ASSESS</a:t>
            </a:r>
          </a:p>
          <a:p xmlns:a="http://schemas.openxmlformats.org/drawingml/2006/main">
            <a:pPr algn="ctr">
              <a:defRPr sz="1875" b="1">
                <a:solidFill>
                  <a:srgbClr val="6DCBF4"/>
                </a:solidFill>
              </a:defRPr>
            </a:pPr>
            <a:r>
              <a:rPr sz="1875" b="1">
                <a:solidFill>
                  <a:srgbClr val="6DCBF4"/>
                </a:solidFill>
              </a:rPr>
              <a:t>→ TRACK</a:t>
            </a:r>
          </a:p>
        </p:txBody>
      </p:sp>
    </p:spTree>
    <p:extLst>
      <p:ext uri="{BB962C8B-B14F-4D97-AF65-F5344CB8AC3E}">
        <p14:creationId xmlns:p14="http://schemas.microsoft.com/office/powerpoint/2010/main" val="34272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2E313-DD32-4FA0-AEA7-FB81406C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Güvenlik görünürlüğü tek bir akışta toplanmalı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14517-2384-4F47-A5C6-27A6CE8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E4087-A140-41BC-AC7B-BAA0CF79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6AEF1-60E0-40FD-95F9-C3A999E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Kurumsal ağlarda envanter, açık portlar ve config değişiklikleri farklı operasyonlara bölündüğünde kritik sinyaller geç fark edilir.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3C5FA-DDCD-479D-B4B2-36A1E42F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21C2A-1B5D-46A8-ABBC-D9637A65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Envanter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7DE7B-0A34-4818-A5A2-D4B1936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Ağa hangi cihazlar bağlı?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07DFC-C738-4B70-B43B-9CF4F771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CAF2E-19F9-47AF-ABDF-4A4DA7A9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</a:defRPr>
            </a:pPr>
            <a:r>
              <a:rPr sz="2100" b="1">
                <a:solidFill>
                  <a:srgbClr val="D97706"/>
                </a:solidFill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54C4C-775F-4B55-BB74-3C9B35EE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Hangi servisler gereksiz açık?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93C92-7DBB-4D9E-B3C6-E70C7D62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011FF-7B2E-4DD5-9D21-39C87968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Değişiklik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D6981-C0D7-45CF-877D-9C282393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Config ne zaman ve nasıl değişti?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FA971-3E0D-45E7-9E85-E98E97B1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Projenin amacı: Bu üç soruyu simülasyon verisiyle tekrarlanabilir, denetlenebilir ve raporlanabilir hale getirmek.</a:t>
            </a:r>
          </a:p>
        </p:txBody>
      </p:sp>
    </p:spTree>
    <p:extLst>
      <p:ext uri="{BB962C8B-B14F-4D97-AF65-F5344CB8AC3E}">
        <p14:creationId xmlns:p14="http://schemas.microsoft.com/office/powerpoint/2010/main" val="1825264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1674A-66F3-459B-8C6A-420637C4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Modüler mimari, her çıktıyı izlenebilir kılıyor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A2BDA-6DD8-4D9C-A863-5F060FD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973B9-A9F9-4492-94D3-56C35350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A2F23-D2D4-4B01-AB0D-540756D6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2C85E-F41C-4B5A-9762-11DDABC5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Girdi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298C5-88C0-4A82-9761-28A5392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JSON ayarları</a:t>
            </a:r>
          </a:p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ve simüle cihazlar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28EF4-DC18-4DCA-A15C-248BCC13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D1650-32C1-49D3-B81C-947A037D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182B3-061B-4292-94B6-ACF050C2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Keşif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6814C-CEB5-4DFF-BCE6-E55158F7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908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IP / MAC</a:t>
            </a:r>
          </a:p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envanteri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AE985-CDD3-40FE-AEDC-E20A8F5F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84A85-CBCB-43DC-A057-AB466356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0DE4C-A5E2-4056-9603-85247C22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Denetim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32D28-C3DA-49B4-A648-E9642BDB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908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Port riskleri</a:t>
            </a:r>
          </a:p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ve Socket 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0261E-901D-42D8-BE47-08E2B7D6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4667E-9FC4-4AC5-BB7F-F23F3076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B48DD-362F-40D1-8896-1E4C1986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Takip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9AD61-E3E1-4DD8-AFE8-7C30AA01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908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Config yedeği</a:t>
            </a:r>
          </a:p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ve SHA-256 diff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1C581-3706-457F-889B-710CE33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main.py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95629-15EA-4F7A-8462-D844919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workflow.py birleşik denetim akışını yönetir; validation.py ve app_logging.py güvenlik ve izlenebilirlik katmanlarını sağlar.</a:t>
            </a:r>
          </a:p>
        </p:txBody>
      </p:sp>
    </p:spTree>
    <p:extLst>
      <p:ext uri="{BB962C8B-B14F-4D97-AF65-F5344CB8AC3E}">
        <p14:creationId xmlns:p14="http://schemas.microsoft.com/office/powerpoint/2010/main" val="267021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E1E89-958C-44F6-B5C7-37E8C2E0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Prototip iki operasyonel modülü tek CLI altında birleştiriyor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A2506-0FEB-4AF6-8CAF-5127A575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0CE25-101E-4BAE-9119-642DD628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C005A-0639-4E01-804B-D57236BC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MODÜL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6B1D3-E858-4BC5-A184-7E157ADF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Varlık ve port denetimi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1437A-B4A6-41B2-A4B1-7391DA19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IP, MAC ve hostname envanteri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İzlenen portların risk seviyeleri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CIDR ve veri şeması doğrulaması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Yalnızca 127.0.0.1 üzerinde gerçek TCP testi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A04B-2E84-484F-A0B9-5647A174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MODÜL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9FFF9-FBC4-4451-963D-1670BB98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Config yedekleme ve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62F51-0EE6-4DC6-987B-EBE1E465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Cihaz bazlı zaman damgalı arşiv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SHA-256 metadata bütünlük kontrolü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Son iki doğrulanmış yedeğin seçimi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ACL, VLAN ve erişim kuralı alarmı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90DF7-880E-418E-A59C-AF986AB4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53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378C4-6410-4A2B-B3DC-7E18F53B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244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Çalışma modu bilinçli olarak simülasyondur; gerçek kurum ağına veya cihaza bağlanılmaz.</a:t>
            </a:r>
          </a:p>
        </p:txBody>
      </p:sp>
    </p:spTree>
    <p:extLst>
      <p:ext uri="{BB962C8B-B14F-4D97-AF65-F5344CB8AC3E}">
        <p14:creationId xmlns:p14="http://schemas.microsoft.com/office/powerpoint/2010/main" val="2140680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E00A0-58BA-43E8-89B2-13462754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Laboratuvar çıktısı riskleri görünür ve ölçülebilir kılıyor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549F9-E7A8-4D60-A73B-DB63A4C6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1615C-5C79-4079-B9B6-8BB21BFA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75B79-E4D7-4604-A278-7C85897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99CC5-A59D-4FA2-9DC6-F10FB31A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1E639-D528-427C-9511-8B35466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simüle cihaz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5A062-4052-4451-A729-5FDCCB6E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B8233-80CE-415E-B499-3DECECAF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7706"/>
                </a:solidFill>
              </a:defRPr>
            </a:pPr>
            <a:r>
              <a:rPr sz="3150" b="1">
                <a:solidFill>
                  <a:srgbClr val="D97706"/>
                </a:solidFill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FD875-913C-4843-B61C-9890ECCE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açık port bulgusu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5A2B6-B633-445C-9FD4-BAB9E56E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7640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FD571-54E9-4F51-B73E-D12B81BD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0CEBD-C5C2-441B-BE04-1D65DF3C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yüksek riskli 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D5138-0A40-4B4B-9DF3-33F8F608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1C082-C80D-4E4F-B735-E6FA1E68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1D455-CE58-433E-BD50-A4FEEB8C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95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kritik config değişikliği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086E4-1EBF-4672-A307-C2732685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537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E9FC8-D9FF-413D-A554-B1068C79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Örnek bulgular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85E70-96DD-4467-97BD-336CDD3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23/Telnet açık → yüksek risk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21/FTP açık → yüksek risk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ACL'de `deny ip any any log` satırı silindi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Geniş `permit ip any any` kuralı eklendi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E045D-F717-445A-A4B1-1AD9B3C1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Çıktılar JSON, metin raporu ve app.log olarak saklanır.</a:t>
            </a:r>
          </a:p>
        </p:txBody>
      </p:sp>
    </p:spTree>
    <p:extLst>
      <p:ext uri="{BB962C8B-B14F-4D97-AF65-F5344CB8AC3E}">
        <p14:creationId xmlns:p14="http://schemas.microsoft.com/office/powerpoint/2010/main" val="588788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F0856-253C-4D0A-A7DD-610A7600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Kalite kapısı: test, bütünlük ve CI birlikte çalışıyor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72D08-CA42-438C-98B9-B69D9E18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5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52F66-2784-4AB8-B7C6-46B4E54C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B9134-B1EE-4B0F-A7D3-82056833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1FE62-5D1B-4757-B41D-12FB134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A34A"/>
                </a:solidFill>
              </a:defRPr>
            </a:pPr>
            <a:r>
              <a:rPr sz="3150" b="1">
                <a:solidFill>
                  <a:srgbClr val="16A34A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2B9BE-E7F0-4F3B-BB29-088549A7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otomatik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DB755-10D1-4A6E-988C-B0F4E6FB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2BBFD-EA4E-4634-B6B3-1EA7D8ED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C70B0-4578-464F-8592-4D23B0AA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Python sürümü CI'da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1C3CF-6580-4498-BA88-FB891336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7640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8020C-79B2-4238-8B5C-DF73464E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A34A"/>
                </a:solidFill>
              </a:defRPr>
            </a:pPr>
            <a:r>
              <a:rPr sz="3150" b="1">
                <a:solidFill>
                  <a:srgbClr val="16A34A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9F3A9-8282-4DE9-B126-354765F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dış ağ bildirimi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F5B78-3309-43D7-A9F3-E6FFACBF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3241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ABA12-DC62-464C-A2FD-35C21DFB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A34A"/>
                </a:solidFill>
              </a:defRPr>
            </a:pPr>
            <a:r>
              <a:rPr sz="3150" b="1">
                <a:solidFill>
                  <a:srgbClr val="16A34A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C4666-0194-43F1-A655-B3A6E0C1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95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başarılı smoke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64BED-5304-4734-BFFF-415D8840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Kontrol edilen başlıklar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5398B-BC6A-4C9A-94DE-D81620DF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Hatalı IP, MAC, port ve CIDR reddi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Config değişikliği yön analizi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SHA-256 ile yedek doğrulama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Loopback dışı Socket hedefi reddi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- Windows UTF-8 konsol uyumluluğu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E647E-B2B3-433A-A153-B3725041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4381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3FF41-E9B1-4AFC-8C6C-95B96EDB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6A34A"/>
                </a:solidFill>
              </a:defRPr>
            </a:pPr>
            <a:r>
              <a:rPr sz="2400" b="1">
                <a:solidFill>
                  <a:srgbClr val="16A34A"/>
                </a:solidFill>
              </a:rPr>
              <a:t>GitHub Actions</a:t>
            </a:r>
          </a:p>
          <a:p xmlns:a="http://schemas.openxmlformats.org/drawingml/2006/main">
            <a:pPr algn="ctr">
              <a:defRPr sz="2400" b="1">
                <a:solidFill>
                  <a:srgbClr val="16A34A"/>
                </a:solidFill>
              </a:defRPr>
            </a:pPr>
            <a:r>
              <a:rPr sz="2400" b="1">
                <a:solidFill>
                  <a:srgbClr val="16A34A"/>
                </a:solidFill>
              </a:rPr>
              <a:t>PASSED</a:t>
            </a:r>
          </a:p>
        </p:txBody>
      </p:sp>
    </p:spTree>
    <p:extLst>
      <p:ext uri="{BB962C8B-B14F-4D97-AF65-F5344CB8AC3E}">
        <p14:creationId xmlns:p14="http://schemas.microsoft.com/office/powerpoint/2010/main" val="1849782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58F8C-001A-4A61-8E3D-A80B231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DCBF4"/>
                </a:solidFill>
              </a:defRPr>
            </a:pPr>
            <a:r>
              <a:rPr sz="2700" b="1">
                <a:solidFill>
                  <a:srgbClr val="6DCBF4"/>
                </a:solidFill>
              </a:rPr>
              <a:t>Sonuç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4FDA9-F3F3-4C5C-A304-4DA778AE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Güvenli bir laboratuvar prototipi,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kurumsal NetSecOps akışını görünür kılıyor.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0CA15-02D9-4149-A066-6154EFD7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Bugün tamamlanan kapsam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6EAA7-814A-4151-AD2F-1952838E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Envanter → port/risk denetimi → config yedekleme → diff → rapor → güvenli bildirim kontrolü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62B83-0305-4D23-98AA-031EDF04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Sonraki genişleme: yetkili GNS3/Packet Tracer laboratuvarında ARP ve Netmiko adaptörleri.</a:t>
            </a:r>
          </a:p>
        </p:txBody>
      </p:sp>
    </p:spTree>
    <p:extLst>
      <p:ext uri="{BB962C8B-B14F-4D97-AF65-F5344CB8AC3E}">
        <p14:creationId xmlns:p14="http://schemas.microsoft.com/office/powerpoint/2010/main" val="192788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2026-08-30T10:18:35.0180000Z</dcterms:created>
  <dcterms:modified xsi:type="dcterms:W3CDTF">2026-08-30T10:18:35.0180000Z</dcterms:modified>
</coreProperties>
</file>